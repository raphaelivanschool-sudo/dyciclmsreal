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3657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DYCI Computer Laboratory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Management System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4C4C4"/>
                </a:solidFill>
                <a:latin typeface="Segoe UI"/>
              </a:rPr>
              <a:t>A centralized platform to monitor, control, and manage computer laboratories in real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9C9C9"/>
                </a:solidFill>
                <a:latin typeface="Segoe UI"/>
              </a:rPr>
              <a:t>Capstone / Project Presentation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E"/>
                </a:solidFill>
                <a:latin typeface="Segoe UI"/>
              </a:rPr>
              <a:t>Dr. Yanga's Colleges, Inc.  -  Computer Laboratory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4C4C4"/>
                </a:solidFill>
                <a:latin typeface="Segoe UI"/>
              </a:rPr>
              <a:t>INTRODUCTION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E"/>
                </a:solidFill>
                <a:latin typeface="Segoe UI"/>
              </a:rPr>
              <a:t>The DYCI Computer Laboratory Management System is a web-based platform that lets administrators and instructors monitor and manage every PC in a computer lab from a single dashboard - turning manual, hands-on lab supervision into one centralized control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971800"/>
            <a:ext cx="3611880" cy="274320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971800"/>
            <a:ext cx="3611880" cy="6400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3154680"/>
            <a:ext cx="32461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Centralized Control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One dashboard for all lab PCs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Lock, shut down &amp; restrict access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Live online/offline 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971800"/>
            <a:ext cx="3611880" cy="274320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971800"/>
            <a:ext cx="3611880" cy="6400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3154680"/>
            <a:ext cx="32461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Real-Time &amp; Connected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Live screen monitoring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Instant screen projection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Built on Socket.IO updates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2971800"/>
            <a:ext cx="3611880" cy="274320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2971800"/>
            <a:ext cx="3611880" cy="6400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3154680"/>
            <a:ext cx="32461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Lab Operations Built-In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Scheduling &amp; inventory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Messaging &amp; support tickets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Usage &amp; activity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4C4C4"/>
                </a:solidFill>
                <a:latin typeface="Segoe UI"/>
              </a:rPr>
              <a:t>WHO IT'S FOR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Target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E"/>
                </a:solidFill>
                <a:latin typeface="Segoe UI"/>
              </a:rPr>
              <a:t>Three roles, one connected system - each gets the tools that match their job in the lab.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3611880" cy="3749039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3611880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Administrator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4C4C4"/>
                </a:solidFill>
                <a:latin typeface="Segoe UI"/>
              </a:rPr>
              <a:t>Manages the whole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26080"/>
            <a:ext cx="3611880" cy="5486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15468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6E6E6E"/>
                </a:solidFill>
                <a:latin typeface="Segoe UI"/>
              </a:rPr>
              <a:t>—  Users, labs &amp; computers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E6E6E"/>
                </a:solidFill>
                <a:latin typeface="Segoe UI"/>
              </a:rPr>
              <a:t>—  Network &amp; security control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E6E6E"/>
                </a:solidFill>
                <a:latin typeface="Segoe UI"/>
              </a:rPr>
              <a:t>—  Reports, logs &amp; inventory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03120"/>
            <a:ext cx="3611880" cy="3749039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103120"/>
            <a:ext cx="3611880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249424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Instructor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4C4C4"/>
                </a:solidFill>
                <a:latin typeface="Segoe UI"/>
              </a:rPr>
              <a:t>Runs the classroom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926080"/>
            <a:ext cx="3611880" cy="5486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200400"/>
            <a:ext cx="315468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6E6E6E"/>
                </a:solidFill>
                <a:latin typeface="Segoe UI"/>
              </a:rPr>
              <a:t>—  Monitor student screens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E6E6E"/>
                </a:solidFill>
                <a:latin typeface="Segoe UI"/>
              </a:rPr>
              <a:t>—  Lock / project / control PCs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E6E6E"/>
                </a:solidFill>
                <a:latin typeface="Segoe UI"/>
              </a:rPr>
              <a:t>—  Messaging &amp; approve tickets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2103120"/>
            <a:ext cx="3611880" cy="3749039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2103120"/>
            <a:ext cx="3611880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249424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Student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4C4C4"/>
                </a:solidFill>
                <a:latin typeface="Segoe UI"/>
              </a:rPr>
              <a:t>Uses the lab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2926080"/>
            <a:ext cx="3611880" cy="5486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200400"/>
            <a:ext cx="315468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6E6E6E"/>
                </a:solidFill>
                <a:latin typeface="Segoe UI"/>
              </a:rPr>
              <a:t>—  View session dashboard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E6E6E"/>
                </a:solidFill>
                <a:latin typeface="Segoe UI"/>
              </a:rPr>
              <a:t>—  Message the instructor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E6E6E"/>
                </a:solidFill>
                <a:latin typeface="Segoe UI"/>
              </a:rPr>
              <a:t>—  Request &amp; track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4C4C4"/>
                </a:solidFill>
                <a:latin typeface="Segoe UI"/>
              </a:rPr>
              <a:t>MODULES &amp; FEATURES - ADMINISTRATOR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What It Does for Admins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611880" cy="214884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611880" cy="6400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9164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User &amp; Access Management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Manage admin, instructor &amp; student accounts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Role-based access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3611880" cy="214884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3611880" cy="6400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9164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Labs &amp; Computers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Register laboratories &amp; computers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Live PC status from one panel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80" y="1508760"/>
            <a:ext cx="3611880" cy="214884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80" y="1508760"/>
            <a:ext cx="3611880" cy="6400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69164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Schedule Management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Assign labs, classes &amp; time slots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Avoid booking conflicts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86200"/>
            <a:ext cx="3611880" cy="214884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886200"/>
            <a:ext cx="3611880" cy="6400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06908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Network &amp; Security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Scan the network &amp; block websites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Security settings &amp; policies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886200"/>
            <a:ext cx="3611880" cy="214884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886200"/>
            <a:ext cx="3611880" cy="6400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406908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Monitoring &amp; Control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Lock, shut down or project any PC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Keep the lab in sync in real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3886200"/>
            <a:ext cx="3611880" cy="214884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3886200"/>
            <a:ext cx="3611880" cy="6400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406908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Logs, Reports &amp; Inventory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Usage reports &amp; full audit trail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Hardware inventory &amp; support tickets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4C4C4"/>
                </a:solidFill>
                <a:latin typeface="Segoe UI"/>
              </a:rPr>
              <a:t>MODULES &amp; FEATURES - INSTRUCTOR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What It Does for Instructors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611880" cy="214884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611880" cy="6400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9164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Classroom Dashboard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See the whole class at a glance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Live student 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3611880" cy="214884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3611880" cy="6400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9164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Student Screen Monitoring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View student screens in real time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Spot off-task activity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80" y="1508760"/>
            <a:ext cx="3611880" cy="214884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80" y="1508760"/>
            <a:ext cx="3611880" cy="6400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69164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Control Actions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Lock, shut down &amp; project screen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Internet controls to keep focus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86200"/>
            <a:ext cx="3611880" cy="214884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886200"/>
            <a:ext cx="3611880" cy="6400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06908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Messaging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Send announcements to students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One-to-one chat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886200"/>
            <a:ext cx="3611880" cy="214884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886200"/>
            <a:ext cx="3611880" cy="6400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406908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Ticket Approval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Review student support requests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Approve or resolve quickly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3886200"/>
            <a:ext cx="3611880" cy="214884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3886200"/>
            <a:ext cx="3611880" cy="6400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406908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Reports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Attendance &amp; usage reports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Class activity at a glance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4C4C4"/>
                </a:solidFill>
                <a:latin typeface="Segoe UI"/>
              </a:rPr>
              <a:t>MODULES &amp; FEATURES - STUDENT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What It Does for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E"/>
                </a:solidFill>
                <a:latin typeface="Segoe UI"/>
              </a:rPr>
              <a:t>A simple, focused workspace so students can stay on task and get help fast.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86000"/>
            <a:ext cx="3611880" cy="310896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3611880" cy="6400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468880"/>
            <a:ext cx="32461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Session Dashboard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See current class &amp; session info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Stay aware of lab activity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286000"/>
            <a:ext cx="3611880" cy="310896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286000"/>
            <a:ext cx="3611880" cy="6400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468880"/>
            <a:ext cx="32461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Support Tickets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Report PC or software issues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Track request 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2286000"/>
            <a:ext cx="3611880" cy="310896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2286000"/>
            <a:ext cx="3611880" cy="6400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2468880"/>
            <a:ext cx="32461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Messaging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Chat with the instructor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6E6E6E"/>
                </a:solidFill>
                <a:latin typeface="Segoe UI"/>
              </a:rPr>
              <a:t>—  Receive announcements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C9C9C9"/>
                </a:solidFill>
                <a:latin typeface="Segoe UI"/>
              </a:rPr>
              <a:t>KEY BENEFITS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Why It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468880"/>
            <a:ext cx="64008" cy="146304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Saves time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C4C4"/>
                </a:solidFill>
                <a:latin typeface="Segoe UI"/>
              </a:rPr>
              <a:t>Manage every PC from one screen - no walking station to station.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468880"/>
            <a:ext cx="64008" cy="146304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56032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Better focus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C4C4"/>
                </a:solidFill>
                <a:latin typeface="Segoe UI"/>
              </a:rPr>
              <a:t>Lock screens &amp; project demos to keep students on task.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51960"/>
            <a:ext cx="64008" cy="146304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34340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Faster support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C4C4"/>
                </a:solidFill>
                <a:latin typeface="Segoe UI"/>
              </a:rPr>
              <a:t>Tickets &amp; messaging resolve lab issues quickly.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251960"/>
            <a:ext cx="64008" cy="146304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34340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Clear records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C4C4"/>
                </a:solidFill>
                <a:latin typeface="Segoe UI"/>
              </a:rPr>
              <a:t>Reports, logs &amp; inventory keep everything accountable.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C9C9"/>
                </a:solidFill>
                <a:latin typeface="Segoe UI"/>
              </a:rPr>
              <a:t>DYCI Computer Laboratory Management System  -  smarter labs, simpler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